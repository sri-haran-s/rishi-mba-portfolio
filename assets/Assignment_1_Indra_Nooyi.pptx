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D75B9-DDD8-424F-85CE-91486A7097AF}" v="693" dt="2026-10-12T17:53:01.813"/>
    <p1510:client id="{F75E5A1E-A4A5-45F6-AD01-61A19A9A41C4}" v="182" dt="2026-10-13T05:09:39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3232" y="713232"/>
            <a:ext cx="128016" cy="544068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2436" y="1417320"/>
            <a:ext cx="8760704" cy="17676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3200" b="1" i="0">
                <a:solidFill>
                  <a:srgbClr val="19315B"/>
                </a:solidFill>
                <a:latin typeface="Aptos"/>
              </a:defRPr>
            </a:pPr>
            <a:r>
              <a:t>Learning Business</a:t>
            </a:r>
          </a:p>
          <a:p>
            <a:pPr>
              <a:spcAft>
                <a:spcPts val="700"/>
              </a:spcAft>
              <a:defRPr sz="3200" b="1" i="0">
                <a:solidFill>
                  <a:srgbClr val="19315B"/>
                </a:solidFill>
                <a:latin typeface="Aptos"/>
              </a:defRPr>
            </a:pPr>
            <a:r>
              <a:t>Communication from</a:t>
            </a:r>
          </a:p>
          <a:p>
            <a:pPr>
              <a:spcAft>
                <a:spcPts val="700"/>
              </a:spcAft>
              <a:defRPr sz="3200" b="1" i="0">
                <a:solidFill>
                  <a:srgbClr val="19315B"/>
                </a:solidFill>
                <a:latin typeface="Aptos"/>
              </a:defRPr>
            </a:pPr>
            <a:r>
              <a:t>Indra Nooyi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93008"/>
            <a:ext cx="6492240" cy="4031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900" b="0" i="0">
                <a:solidFill>
                  <a:srgbClr val="2A2F36"/>
                </a:solidFill>
                <a:latin typeface="Aptos"/>
              </a:defRPr>
            </a:pPr>
            <a:r>
              <a:t>My Life in 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70" y="4276177"/>
            <a:ext cx="150876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000" b="1" i="0">
                <a:solidFill>
                  <a:srgbClr val="4274B1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147" y="4664025"/>
            <a:ext cx="5617923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 i="0">
                <a:solidFill>
                  <a:srgbClr val="19315B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Good communication helps leaders connect with people and explain their ideas clearly</a:t>
            </a:r>
            <a: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 rot="10800000" flipV="1">
            <a:off x="7892024" y="5423826"/>
            <a:ext cx="3207499" cy="6930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 i="0">
                <a:solidFill>
                  <a:srgbClr val="2A2F36"/>
                </a:solidFill>
                <a:latin typeface="Aptos"/>
              </a:defRPr>
            </a:pPr>
            <a:r>
              <a:rPr sz="1600" b="1">
                <a:solidFill>
                  <a:schemeClr val="tx2"/>
                </a:solidFill>
              </a:rPr>
              <a:t>P</a:t>
            </a:r>
            <a:r>
              <a:rPr sz="1600" b="1">
                <a:solidFill>
                  <a:schemeClr val="tx2"/>
                </a:solidFill>
                <a:latin typeface="Times New Roman"/>
                <a:cs typeface="Times New Roman"/>
              </a:rPr>
              <a:t>resented by: </a:t>
            </a:r>
            <a:r>
              <a:rPr lang="en-US" sz="1600" b="1">
                <a:solidFill>
                  <a:schemeClr val="tx2"/>
                </a:solidFill>
                <a:latin typeface="Times New Roman"/>
                <a:cs typeface="Times New Roman"/>
              </a:rPr>
              <a:t>RISHI V</a:t>
            </a:r>
          </a:p>
          <a:p>
            <a:pPr>
              <a:spcAft>
                <a:spcPts val="700"/>
              </a:spcAft>
              <a:defRPr sz="1300" b="0" i="0">
                <a:solidFill>
                  <a:srgbClr val="2A2F36"/>
                </a:solidFill>
                <a:latin typeface="Aptos"/>
              </a:defRPr>
            </a:pPr>
            <a:r>
              <a:rPr sz="1600" b="1">
                <a:solidFill>
                  <a:schemeClr val="tx2"/>
                </a:solidFill>
                <a:latin typeface="Times New Roman"/>
                <a:cs typeface="Times New Roman"/>
              </a:rPr>
              <a:t>Roll No.:</a:t>
            </a:r>
            <a:r>
              <a:rPr lang="en-US" sz="1600" b="1">
                <a:solidFill>
                  <a:schemeClr val="tx2"/>
                </a:solidFill>
                <a:latin typeface="Times New Roman"/>
                <a:cs typeface="Times New Roman"/>
              </a:rPr>
              <a:t>  RVUN26MBA006</a:t>
            </a:r>
            <a:endParaRPr sz="1600" b="1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424160" cy="127778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19315B"/>
                </a:solidFill>
                <a:latin typeface="Aptos"/>
              </a:defRPr>
            </a:pPr>
            <a:r>
              <a:t>Clear Communication</a:t>
            </a:r>
          </a:p>
          <a:p>
            <a:pPr>
              <a:defRPr sz="2700" b="1" i="0">
                <a:solidFill>
                  <a:srgbClr val="19315B"/>
                </a:solidFill>
                <a:latin typeface="Aptos"/>
              </a:defRPr>
            </a:pPr>
            <a:r>
              <a:rPr lang="en-US" sz="1600">
                <a:latin typeface="Times New Roman"/>
                <a:cs typeface="Times New Roman"/>
              </a:rPr>
              <a:t>Time Stamp : 02.37 - 03.34 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2700" b="1" i="0">
                <a:solidFill>
                  <a:srgbClr val="19315B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10744200" cy="41148"/>
          </a:xfrm>
          <a:prstGeom prst="rect">
            <a:avLst/>
          </a:prstGeom>
          <a:solidFill>
            <a:srgbClr val="427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2064"/>
            <a:ext cx="4114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1" i="0">
                <a:solidFill>
                  <a:srgbClr val="4274B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4846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WHAT I NOTICED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302994"/>
            <a:ext cx="4901100" cy="18599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She says leaders should break complex ideas into smaller parts.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Listeners should be able to picture what the speaker means.</a:t>
            </a: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Leaders need to adjust the message to suit the audience.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4864607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WHY IT STOOD OUT TO ME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302994"/>
            <a:ext cx="5065525" cy="12470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Knowing something is not enough if we cannot explain it clearly.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I can use this in class presentations, interviews and team discussions.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676" y="513358"/>
            <a:ext cx="10371969" cy="1524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19315B"/>
                </a:solidFill>
                <a:latin typeface="Aptos"/>
              </a:defRPr>
            </a:pPr>
            <a:r>
              <a:t>Respect for Mentors</a:t>
            </a:r>
          </a:p>
          <a:p>
            <a:pPr>
              <a:defRPr sz="2700" b="1" i="0">
                <a:solidFill>
                  <a:srgbClr val="19315B"/>
                </a:solidFill>
                <a:latin typeface="Aptos"/>
              </a:defRPr>
            </a:pPr>
            <a:r>
              <a:rPr lang="en-US" sz="1600">
                <a:latin typeface="Times New Roman"/>
                <a:cs typeface="Times New Roman"/>
              </a:rPr>
              <a:t>Time Stamp : 06.36 - 07.29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 sz="2700" b="1" i="0">
                <a:solidFill>
                  <a:srgbClr val="19315B"/>
                </a:solidFill>
                <a:latin typeface="Aptos"/>
              </a:defRPr>
            </a:pP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2700" b="1" i="0">
                <a:solidFill>
                  <a:srgbClr val="19315B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10744200" cy="41148"/>
          </a:xfrm>
          <a:prstGeom prst="rect">
            <a:avLst/>
          </a:prstGeom>
          <a:solidFill>
            <a:srgbClr val="427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2064"/>
            <a:ext cx="4114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1" i="0">
                <a:solidFill>
                  <a:srgbClr val="4274B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4846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WHAT I NOTICED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302994"/>
            <a:ext cx="4984607" cy="159838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She says mentors can give advice that we may not always follow.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If we choose another path, we should explain our reasons instead of ignoring the advice.</a:t>
            </a: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Respect matters even when we disagree.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4864607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WHY IT STOOD OUT TO ME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302994"/>
            <a:ext cx="4877635" cy="12470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People can have different opinions and still speak respectfully.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Explaining a decision can help maintain trust in a professional relationship.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676" y="513358"/>
            <a:ext cx="10361531" cy="127778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19315B"/>
                </a:solidFill>
                <a:latin typeface="Aptos"/>
              </a:defRPr>
            </a:pPr>
            <a:r>
              <a:t>Family and Ambition</a:t>
            </a:r>
          </a:p>
          <a:p>
            <a:pPr>
              <a:defRPr sz="2700" b="1" i="0">
                <a:solidFill>
                  <a:srgbClr val="19315B"/>
                </a:solidFill>
                <a:latin typeface="Aptos"/>
              </a:defRPr>
            </a:pPr>
            <a:r>
              <a:rPr lang="en-US" sz="1600">
                <a:latin typeface="Times New Roman"/>
                <a:cs typeface="Times New Roman"/>
              </a:rPr>
              <a:t>Time Stamp : 11.24 - 12.38 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2700" b="1" i="0">
                <a:solidFill>
                  <a:srgbClr val="19315B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10744200" cy="41148"/>
          </a:xfrm>
          <a:prstGeom prst="rect">
            <a:avLst/>
          </a:prstGeom>
          <a:solidFill>
            <a:srgbClr val="427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2064"/>
            <a:ext cx="4114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1" i="0">
                <a:solidFill>
                  <a:srgbClr val="4274B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4846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WHAT I NOTICED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2994"/>
            <a:ext cx="4984607" cy="150861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She talks about how her father and grandfather encouraged women in the family to study and dream big.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She also mentions discipline, family support and having room to follow their ambitions.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4864607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/>
              <a:t>WHY IT STOOD </a:t>
            </a:r>
            <a:r>
              <a:rPr sz="1600">
                <a:latin typeface="Times New Roman"/>
                <a:cs typeface="Times New Roman"/>
              </a:rPr>
              <a:t>OUT</a:t>
            </a:r>
            <a:r>
              <a:rPr sz="1600"/>
              <a:t> TO ME</a:t>
            </a:r>
            <a:endParaRPr lang="en-US" sz="1600"/>
          </a:p>
        </p:txBody>
      </p:sp>
      <p:sp>
        <p:nvSpPr>
          <p:cNvPr id="11" name="TextBox 10"/>
          <p:cNvSpPr txBox="1"/>
          <p:nvPr/>
        </p:nvSpPr>
        <p:spPr>
          <a:xfrm>
            <a:off x="6400800" y="2302994"/>
            <a:ext cx="4856758" cy="12470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Her example made the message feel personal rather than just theoretical.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It showed me how support from family can build confidence and help someone aim higher.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676" y="513358"/>
            <a:ext cx="10371969" cy="8622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19315B"/>
                </a:solidFill>
                <a:latin typeface="Aptos"/>
              </a:defRPr>
            </a:pPr>
            <a:r>
              <a:t>Work and Family Challenges</a:t>
            </a:r>
          </a:p>
          <a:p>
            <a:pPr>
              <a:spcAft>
                <a:spcPts val="700"/>
              </a:spcAft>
              <a:defRPr sz="2700" b="1" i="0">
                <a:solidFill>
                  <a:srgbClr val="19315B"/>
                </a:solidFill>
                <a:latin typeface="Aptos"/>
              </a:defRPr>
            </a:pPr>
            <a:r>
              <a:rPr lang="en-US" sz="1600">
                <a:latin typeface="Times New Roman"/>
                <a:cs typeface="Times New Roman"/>
              </a:rPr>
              <a:t>Time Stamp : 13.50 - 15.16 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10744200" cy="41148"/>
          </a:xfrm>
          <a:prstGeom prst="rect">
            <a:avLst/>
          </a:prstGeom>
          <a:solidFill>
            <a:srgbClr val="4274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512064"/>
            <a:ext cx="4114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1" i="0">
                <a:solidFill>
                  <a:srgbClr val="4274B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484632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WHAT I NOTICED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302994"/>
            <a:ext cx="4984607" cy="18599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She admits that she was not a perfect mother, executive or daughter.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She explains that the responsibilities of being CEO affected her family life.</a:t>
            </a: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She reflects on how technology might have helped her spend more time at home.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4864607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WHY IT STOOD OUT TO ME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302994"/>
            <a:ext cx="4647991" cy="9853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She does not make success sound easy or perfect.</a:t>
            </a:r>
            <a:endParaRPr lang="en-US">
              <a:latin typeface="Times New Roman"/>
              <a:cs typeface="Times New Roman"/>
            </a:endParaRPr>
          </a:p>
          <a:p>
            <a:pPr>
              <a:spcAft>
                <a:spcPts val="700"/>
              </a:spcAft>
              <a:defRPr sz="1700" b="0" i="0">
                <a:solidFill>
                  <a:srgbClr val="2A2F36"/>
                </a:solidFill>
                <a:latin typeface="Aptos"/>
              </a:defRPr>
            </a:pPr>
            <a:r>
              <a:rPr>
                <a:latin typeface="Times New Roman"/>
                <a:cs typeface="Times New Roman"/>
              </a:rPr>
              <a:t>• Being open about the difficult side makes her experience feel honest and realistic.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471" y="575988"/>
            <a:ext cx="1042416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 i="0">
                <a:solidFill>
                  <a:srgbClr val="19315B"/>
                </a:solidFill>
                <a:latin typeface="Aptos"/>
              </a:defRPr>
            </a:pPr>
            <a:r>
              <a:rPr sz="2400">
                <a:latin typeface="Times New Roman"/>
                <a:cs typeface="Times New Roman"/>
              </a:rPr>
              <a:t>Key Learnings and Conclusion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4903" y="1554396"/>
            <a:ext cx="10744200" cy="41148"/>
          </a:xfrm>
          <a:prstGeom prst="rect">
            <a:avLst/>
          </a:prstGeom>
          <a:solidFill>
            <a:srgbClr val="4274B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65911" y="585132"/>
            <a:ext cx="4114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231" y="2018153"/>
            <a:ext cx="3393927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CLEAR COMMUNICATION</a:t>
            </a: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   -   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 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4406" y="2011596"/>
            <a:ext cx="7112905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 i="0">
                <a:solidFill>
                  <a:srgbClr val="2A2F36"/>
                </a:solidFill>
                <a:latin typeface="Aptos"/>
              </a:defRPr>
            </a:pPr>
            <a:r>
              <a:rPr lang="en-US" sz="1600">
                <a:latin typeface="Times New Roman"/>
                <a:cs typeface="Times New Roman"/>
              </a:rPr>
              <a:t>      </a:t>
            </a:r>
            <a:r>
              <a:rPr sz="1600">
                <a:latin typeface="Times New Roman"/>
                <a:cs typeface="Times New Roman"/>
              </a:rPr>
              <a:t>Explain the main point in simple words.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3231" y="2736645"/>
            <a:ext cx="2517105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RESPECT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   </a:t>
            </a: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                    -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67831" y="2761404"/>
            <a:ext cx="72694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 i="0">
                <a:solidFill>
                  <a:srgbClr val="2A2F36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Listen to advice and explain disagreements politely.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355" y="3528206"/>
            <a:ext cx="2517104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FAMILY SUPPORT</a:t>
            </a: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        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831" y="3511212"/>
            <a:ext cx="72694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 i="0">
                <a:solidFill>
                  <a:srgbClr val="2A2F36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Encouragement can help people work towards their goals.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231" y="4288452"/>
            <a:ext cx="24231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PREPARATION</a:t>
            </a: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                -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67831" y="4261020"/>
            <a:ext cx="72694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 i="0">
                <a:solidFill>
                  <a:srgbClr val="2A2F36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Understand the subject before a presentation or interview.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231" y="5038260"/>
            <a:ext cx="242316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100" b="1" i="0">
                <a:solidFill>
                  <a:srgbClr val="4274B1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AUTHENTICITY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   </a:t>
            </a: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          -</a:t>
            </a: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67831" y="5010828"/>
            <a:ext cx="72694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 i="0">
                <a:solidFill>
                  <a:srgbClr val="2A2F36"/>
                </a:solidFill>
                <a:latin typeface="Aptos"/>
              </a:defRPr>
            </a:pPr>
            <a:r>
              <a:rPr sz="1600">
                <a:latin typeface="Times New Roman"/>
                <a:cs typeface="Times New Roman"/>
              </a:rPr>
              <a:t>Be honest about challenges as well as achievements.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246</cp:revision>
  <dcterms:created xsi:type="dcterms:W3CDTF">2013-01-27T09:14:16Z</dcterms:created>
  <dcterms:modified xsi:type="dcterms:W3CDTF">2026-10-13T05:10:20Z</dcterms:modified>
  <cp:category/>
</cp:coreProperties>
</file>